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200" b="1">
                <a:solidFill>
                  <a:srgbClr val="0099FF"/>
                </a:solidFill>
              </a:defRPr>
            </a:pPr>
            <a:r>
              <a:t>✈️ Flight Analytics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5785" y="411734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Real-time Aviation Data Analysis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9144000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0099FF"/>
                </a:solidFill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0030" y="1790700"/>
            <a:ext cx="8629650" cy="4452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📊 </a:t>
            </a:r>
            <a:r>
              <a:rPr lang="en-SG"/>
              <a:t>  </a:t>
            </a:r>
            <a:r>
              <a:t>Interactive aviation analytics platform for flight data collection and analysis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🔗 </a:t>
            </a:r>
            <a:r>
              <a:rPr lang="en-SG"/>
              <a:t>  </a:t>
            </a:r>
            <a:r>
              <a:t>Integrates AeroDataBox API for real-time flight data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💾 </a:t>
            </a:r>
            <a:r>
              <a:rPr lang="en-SG"/>
              <a:t>  </a:t>
            </a:r>
            <a:r>
              <a:t>SQLite database for efficient local data storage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🎨 </a:t>
            </a:r>
            <a:r>
              <a:rPr lang="en-SG"/>
              <a:t>  </a:t>
            </a:r>
            <a:r>
              <a:t>Streamlit-based interactive web dashboard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📈 </a:t>
            </a:r>
            <a:r>
              <a:rPr lang="en-SG"/>
              <a:t>  </a:t>
            </a:r>
            <a:r>
              <a:t>Comprehensive insights on flight patterns, delays, and airport activity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🌍 </a:t>
            </a:r>
            <a:r>
              <a:rPr lang="en-SG"/>
              <a:t>  </a:t>
            </a:r>
            <a:r>
              <a:t>Monitors 10 Indian airports including MAA, BLR, HYD, DEL, BOM, etc.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9144000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0099FF"/>
                </a:solidFill>
              </a:defRPr>
            </a:pPr>
            <a:r>
              <a:t>Key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931920" cy="50292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0" y="1463040"/>
            <a:ext cx="3931920" cy="50292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99FF"/>
                </a:solidFill>
              </a:defRPr>
            </a:pPr>
            <a:r>
              <a:t>Dashboard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3907155" cy="290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📊 </a:t>
            </a:r>
            <a:r>
              <a:rPr lang="en-SG"/>
              <a:t>  </a:t>
            </a:r>
            <a:r>
              <a:t>Network overview &amp; status visualization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🔎 </a:t>
            </a:r>
            <a:r>
              <a:rPr lang="en-SG"/>
              <a:t>  </a:t>
            </a:r>
            <a:r>
              <a:t>Advanced flight search &amp; filtering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🏢 </a:t>
            </a:r>
            <a:r>
              <a:rPr lang="en-SG"/>
              <a:t>  </a:t>
            </a:r>
            <a:r>
              <a:t>Airport details &amp; linked flights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⏱</a:t>
            </a:r>
            <a:r>
              <a:rPr lang="en-SG"/>
              <a:t>  </a:t>
            </a:r>
            <a:r>
              <a:t>Delay analysis &amp; statistics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🏆 </a:t>
            </a:r>
            <a:r>
              <a:rPr lang="en-SG"/>
              <a:t>  </a:t>
            </a:r>
            <a:r>
              <a:t>Route leaderboards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0020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99FF"/>
                </a:solidFill>
              </a:defRPr>
            </a:pPr>
            <a:r>
              <a:t>Interactive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148840"/>
            <a:ext cx="3931920" cy="2572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🔍 </a:t>
            </a:r>
            <a:r>
              <a:rPr lang="en-SG"/>
              <a:t>  </a:t>
            </a:r>
            <a:r>
              <a:t>Multi-dimensional filtering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📱 </a:t>
            </a:r>
            <a:r>
              <a:rPr lang="en-SG"/>
              <a:t>  </a:t>
            </a:r>
            <a:r>
              <a:t>Real-time KPI metrics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📊 </a:t>
            </a:r>
            <a:r>
              <a:rPr lang="en-SG"/>
              <a:t>  </a:t>
            </a:r>
            <a:r>
              <a:t>Delay analytics &amp; trends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✈</a:t>
            </a:r>
            <a:r>
              <a:rPr lang="en-SG"/>
              <a:t>  </a:t>
            </a:r>
            <a:r>
              <a:t>Route performance analysis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📥 </a:t>
            </a:r>
            <a:r>
              <a:rPr lang="en-SG"/>
              <a:t>  </a:t>
            </a:r>
            <a:r>
              <a:t>Data export (up to 1000 records)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9144000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0099FF"/>
                </a:solidFill>
              </a:defRPr>
            </a:pPr>
            <a: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012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🔌 API: AeroDataBox (RapidAPI) - Real-time flight data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💾 </a:t>
            </a:r>
            <a:r>
              <a:rPr lang="en-SG"/>
              <a:t> </a:t>
            </a:r>
            <a:r>
              <a:t>Database: SQLite3 with optimized schema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🐍 </a:t>
            </a:r>
            <a:r>
              <a:rPr lang="en-SG"/>
              <a:t> </a:t>
            </a:r>
            <a:r>
              <a:t>Backend: Python with Pandas &amp; NumPy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🎨 </a:t>
            </a:r>
            <a:r>
              <a:rPr lang="en-SG"/>
              <a:t> </a:t>
            </a:r>
            <a:r>
              <a:t>Frontend: Streamlit web framework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📊 </a:t>
            </a:r>
            <a:r>
              <a:rPr lang="en-SG"/>
              <a:t> </a:t>
            </a:r>
            <a:r>
              <a:t>Visualization: Plotly &amp; Altair for interactive charts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🛠</a:t>
            </a:r>
            <a:r>
              <a:rPr lang="en-SG"/>
              <a:t>  </a:t>
            </a:r>
            <a:r>
              <a:t>Data Processing: Requests library for API integration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9144000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0099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931920" cy="50292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0" y="1463040"/>
            <a:ext cx="3931285" cy="50292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99FF"/>
                </a:solidFill>
              </a:defRPr>
            </a:pPr>
            <a:r>
              <a:t>Data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3566160" cy="2572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1</a:t>
            </a:r>
            <a:r>
              <a:rPr lang="en-SG"/>
              <a:t>   </a:t>
            </a:r>
            <a:r>
              <a:t> </a:t>
            </a:r>
            <a:r>
              <a:rPr lang="en-SG"/>
              <a:t> </a:t>
            </a:r>
            <a:r>
              <a:t>AeroDataBox API request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2️ Real-time flight data retrieval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3️ Data cleaning &amp; normalization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4️ SQLite database insertion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5️ Analytics 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0020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99FF"/>
                </a:solidFill>
              </a:defRPr>
            </a:pPr>
            <a:r>
              <a:t>Components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0755" y="2148840"/>
            <a:ext cx="4142105" cy="2572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📓</a:t>
            </a:r>
            <a:r>
              <a:rPr lang="en-SG"/>
              <a:t>  </a:t>
            </a:r>
            <a:r>
              <a:t> Jupyter Notebook (Data Collection)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🗄</a:t>
            </a:r>
            <a:r>
              <a:rPr lang="en-SG"/>
              <a:t>   </a:t>
            </a:r>
            <a:r>
              <a:t>SQLite Database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🐍 </a:t>
            </a:r>
            <a:r>
              <a:rPr lang="en-SG"/>
              <a:t>  </a:t>
            </a:r>
            <a:r>
              <a:t>Python Backend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🌐 </a:t>
            </a:r>
            <a:r>
              <a:rPr lang="en-SG"/>
              <a:t>  </a:t>
            </a:r>
            <a:r>
              <a:t>Streamlit Frontend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📊 </a:t>
            </a:r>
            <a:r>
              <a:rPr lang="en-SG"/>
              <a:t>  </a:t>
            </a:r>
            <a:r>
              <a:t>Visualization Engine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9144000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0099FF"/>
                </a:solidFill>
              </a:defRPr>
            </a:pPr>
            <a:r>
              <a:t>Database Schema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215" y="1597025"/>
            <a:ext cx="9116695" cy="4892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✈️ Flights Table: flight_id, flight_number, airline_code, status, departure/arrival times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🛫 Aircraft Table: registration, model, manufacturer details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🏢 Airport Table: iata/icao codes, location, timezone, coordinates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⏱️ Airport Delays Table: delay statistics, cancellation rates, performance metrics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🔗 Relationships: One-to-Many for flights-aircraft and flights-airports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⚡ Optimized queries with indexed columns for fast filtering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9144000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0099FF"/>
                </a:solidFill>
              </a:defRPr>
            </a:pPr>
            <a:r>
              <a:t>Dashboard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85925"/>
            <a:ext cx="9160510" cy="4892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📊 Dashboard Tab: Network visualization, flight status distribution, top 10 routes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🔎 Flight Search: Filter by number, airline, status, origin, destination, date range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🏢 Airport Details: Airport information, linked flight data, statistics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⏱️ Delay Analysis: Delay percentages, average delays, airport performance ranking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🧮 SQL Queries: Pre-built analysis queries (aircraft models, busy routes, delays)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🏆 Route Leaderboards: Busiest routes and highest delay airports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9144000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0099FF"/>
                </a:solidFill>
              </a:defRPr>
            </a:pPr>
            <a:r>
              <a:t>Analytics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931920" cy="50292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0" y="1463040"/>
            <a:ext cx="3931920" cy="50292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99FF"/>
                </a:solidFill>
              </a:defRPr>
            </a:pPr>
            <a:r>
              <a:t>Flight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3931920" cy="2905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✈️ Track 10+ major airports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📊 </a:t>
            </a:r>
            <a:r>
              <a:rPr lang="en-SG"/>
              <a:t>     </a:t>
            </a:r>
            <a:r>
              <a:t>Monitor flight status (scheduled, delayed, cancelled)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🛫 </a:t>
            </a:r>
            <a:r>
              <a:rPr lang="en-SG"/>
              <a:t>     </a:t>
            </a:r>
            <a:r>
              <a:t>Analyze departure/arrival patterns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⏱️</a:t>
            </a:r>
            <a:r>
              <a:rPr lang="en-SG"/>
              <a:t> </a:t>
            </a:r>
            <a:r>
              <a:t>Calculate real-time delays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🔗 </a:t>
            </a:r>
            <a:r>
              <a:rPr lang="en-SG"/>
              <a:t>     </a:t>
            </a:r>
            <a:r>
              <a:t>Cross-reference airlines &amp; aircraft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0020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99FF"/>
                </a:solidFill>
              </a:defRPr>
            </a:pPr>
            <a:r>
              <a:t>Business 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326005"/>
            <a:ext cx="3734435" cy="2572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🏆 </a:t>
            </a:r>
            <a:r>
              <a:rPr lang="en-SG"/>
              <a:t>       </a:t>
            </a:r>
            <a:r>
              <a:t>Identify busiest routes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⏱️</a:t>
            </a:r>
            <a:r>
              <a:rPr lang="en-SG"/>
              <a:t>   </a:t>
            </a:r>
            <a:r>
              <a:t> Analyze delay trends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🎯 </a:t>
            </a:r>
            <a:r>
              <a:rPr lang="en-SG"/>
              <a:t>   </a:t>
            </a:r>
            <a:r>
              <a:t>Airport performance ranking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📈 </a:t>
            </a:r>
            <a:r>
              <a:rPr lang="en-SG"/>
              <a:t>      </a:t>
            </a:r>
            <a:r>
              <a:t>Traffic pattern analysis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🔍 </a:t>
            </a:r>
            <a:r>
              <a:rPr lang="en-SG"/>
              <a:t>    </a:t>
            </a:r>
            <a:r>
              <a:t>Operational efficiency metrics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9144000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0099FF"/>
                </a:solidFill>
              </a:defRPr>
            </a:pPr>
            <a:r>
              <a:t>AeroDataBox API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463040"/>
            <a:ext cx="9121775" cy="4892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🔐 </a:t>
            </a:r>
            <a:r>
              <a:rPr lang="en-SG"/>
              <a:t>  </a:t>
            </a:r>
            <a:r>
              <a:t>Authentication: RapidAPI headers with API key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🌐</a:t>
            </a:r>
            <a:r>
              <a:rPr lang="en-SG"/>
              <a:t>  </a:t>
            </a:r>
            <a:r>
              <a:t> Endpoints: Airport data, real-time flights by airport &amp; time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⏰ </a:t>
            </a:r>
            <a:r>
              <a:rPr lang="en-SG"/>
              <a:t>  </a:t>
            </a:r>
            <a:r>
              <a:t>Time Windows: Configurable time range queries </a:t>
            </a:r>
            <a:r>
              <a:rPr lang="en-SG"/>
              <a:t>                                                                                                                </a:t>
            </a:r>
            <a:r>
              <a:t>(2026-04-04 20:00 to 2026-04-05 08:00)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🔄 </a:t>
            </a:r>
            <a:r>
              <a:rPr lang="en-SG"/>
              <a:t>  </a:t>
            </a:r>
            <a:r>
              <a:t>Rate Limiting: 3-second intervals between requests to avoid throttling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📊 </a:t>
            </a:r>
            <a:r>
              <a:rPr lang="en-SG"/>
              <a:t>  </a:t>
            </a:r>
            <a:r>
              <a:t>Data Extraction: Parse nested JSON responses for flights, aircraft, schedules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✅ </a:t>
            </a:r>
            <a:r>
              <a:rPr lang="en-SG"/>
              <a:t> </a:t>
            </a:r>
            <a:r>
              <a:t>Error Handling: Try-catch mechanisms for network failures and invalid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9144000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0099FF"/>
                </a:solidFill>
              </a:defRPr>
            </a:pPr>
            <a:r>
              <a:t>Advanced Filtering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" y="1795145"/>
            <a:ext cx="9143365" cy="4012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🔍 </a:t>
            </a:r>
            <a:r>
              <a:rPr lang="en-SG"/>
              <a:t>    </a:t>
            </a:r>
            <a:r>
              <a:t>Flight Number Search: Text-based matching on flight codes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✈️ Status Filter: Scheduled, Delayed, Cancelled, Landed, Diverted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🏢 </a:t>
            </a:r>
            <a:r>
              <a:rPr lang="en-SG"/>
              <a:t>     </a:t>
            </a:r>
            <a:r>
              <a:t>Airport Filter: Origin &amp; destination airport IATA codes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🔗 </a:t>
            </a:r>
            <a:r>
              <a:rPr lang="en-SG"/>
              <a:t>     </a:t>
            </a:r>
            <a:r>
              <a:t>Airline Filter: Multi-select by airline codes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📅 </a:t>
            </a:r>
            <a:r>
              <a:rPr lang="en-SG"/>
              <a:t>     </a:t>
            </a:r>
            <a:r>
              <a:t>Date Range: Dynamic date picker with database bounds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⚙️ SQL Query Builder: Dynamic WHERE clauses with parameterized queries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9144000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0099FF"/>
                </a:solidFill>
              </a:defRPr>
            </a:pPr>
            <a:r>
              <a:t>Data 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0845" y="1894840"/>
            <a:ext cx="8414385" cy="4012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📥 </a:t>
            </a:r>
            <a:r>
              <a:rPr lang="en-SG"/>
              <a:t>      </a:t>
            </a:r>
            <a:r>
              <a:rPr b="1"/>
              <a:t>Fetch:</a:t>
            </a:r>
            <a:r>
              <a:t> Retrieve airport &amp; flight data from AeroDataBox API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🔄 </a:t>
            </a:r>
            <a:r>
              <a:rPr lang="en-SG"/>
              <a:t>     </a:t>
            </a:r>
            <a:r>
              <a:rPr lang="en-SG" b="1"/>
              <a:t> </a:t>
            </a:r>
            <a:r>
              <a:rPr b="1"/>
              <a:t>Parse:</a:t>
            </a:r>
            <a:r>
              <a:t> Extract relevant fields from JSON responses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🧹 </a:t>
            </a:r>
            <a:r>
              <a:rPr lang="en-SG"/>
              <a:t>      </a:t>
            </a:r>
            <a:r>
              <a:rPr b="1"/>
              <a:t>Clean: </a:t>
            </a:r>
            <a:r>
              <a:t>Handle null values, empty strings, timezone conversions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✅ </a:t>
            </a:r>
            <a:r>
              <a:rPr lang="en-SG"/>
              <a:t>      </a:t>
            </a:r>
            <a:r>
              <a:rPr b="1"/>
              <a:t>Validate:</a:t>
            </a:r>
            <a:r>
              <a:t> Ensure data integrity and consistency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💾 </a:t>
            </a:r>
            <a:r>
              <a:rPr lang="en-SG"/>
              <a:t>      </a:t>
            </a:r>
            <a:r>
              <a:rPr b="1"/>
              <a:t>Store: </a:t>
            </a:r>
            <a:r>
              <a:t>Insert into SQLite with proper schema &amp; relationships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📊 </a:t>
            </a:r>
            <a:r>
              <a:rPr lang="en-SG"/>
              <a:t>      </a:t>
            </a:r>
            <a:r>
              <a:rPr b="1"/>
              <a:t>Aggregate:</a:t>
            </a:r>
            <a:r>
              <a:t> Calculate statistics and performance metrics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9144000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0099FF"/>
                </a:solidFill>
              </a:defRPr>
            </a:pPr>
            <a:r>
              <a:t>Running the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245" y="1463040"/>
            <a:ext cx="9088755" cy="4892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1️ Clone repository to your system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2️ Create Python virtual environment: python3 -m venv .venv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3️ Activate environment: source .venv/bin/activate </a:t>
            </a:r>
            <a:r>
              <a:rPr lang="en-SG"/>
              <a:t>  </a:t>
            </a:r>
            <a:r>
              <a:t>or .venv\Scripts\activate on Windows)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4️ Install dependencies: pip install -r requirements.txt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5️ Run notebook: Execute Air_Tracker_Flight_Analytics.ipynb to collect </a:t>
            </a:r>
            <a:r>
              <a:rPr lang="en-SG"/>
              <a:t>        </a:t>
            </a:r>
            <a:r>
              <a:t>&amp; store data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6️ Launch dashboard: streamlit run app.py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9144000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0099FF"/>
                </a:solidFill>
              </a:defRPr>
            </a:pPr>
            <a:r>
              <a:t>Results &amp; 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7210" y="1905635"/>
            <a:ext cx="8229600" cy="4012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📊 </a:t>
            </a:r>
            <a:r>
              <a:rPr lang="en-SG"/>
              <a:t>   </a:t>
            </a:r>
            <a:r>
              <a:t>Successfully integrated with AeroDataBox API for real-time data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💾 </a:t>
            </a:r>
            <a:r>
              <a:rPr lang="en-SG"/>
              <a:t>   </a:t>
            </a:r>
            <a:r>
              <a:t>Created normalized SQLite database with 4 main tables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🎨 </a:t>
            </a:r>
            <a:r>
              <a:rPr lang="en-SG"/>
              <a:t>   </a:t>
            </a:r>
            <a:r>
              <a:t>Built responsive Streamlit dashboard with 6 interactive tabs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📈 </a:t>
            </a:r>
            <a:r>
              <a:rPr lang="en-SG"/>
              <a:t>   </a:t>
            </a:r>
            <a:r>
              <a:t>Analyzed 100+ flights across 10+ airports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⏱️Identified delay patterns and performance metrics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🔍 </a:t>
            </a:r>
            <a:r>
              <a:rPr lang="en-SG"/>
              <a:t>    </a:t>
            </a:r>
            <a:r>
              <a:t>Enabled data-driven decision making for aviation analytics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9144000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000" b="1">
                <a:solidFill>
                  <a:srgbClr val="0099FF"/>
                </a:solidFill>
              </a:defRPr>
            </a:pPr>
            <a:r>
              <a:t>Challenges &amp;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931920" cy="50292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0" y="1473835"/>
            <a:ext cx="3931920" cy="5029200"/>
          </a:xfrm>
          <a:prstGeom prst="rect">
            <a:avLst/>
          </a:prstGeom>
          <a:solidFill>
            <a:srgbClr val="F5F5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99FF"/>
                </a:solidFill>
              </a:defRPr>
            </a:pPr>
            <a:r>
              <a:t>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3566160" cy="2035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🚨</a:t>
            </a:r>
            <a:r>
              <a:rPr lang="en-SG"/>
              <a:t>     </a:t>
            </a:r>
            <a:r>
              <a:t>API rate limiting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⏰ </a:t>
            </a:r>
            <a:r>
              <a:rPr lang="en-SG"/>
              <a:t>    </a:t>
            </a:r>
            <a:r>
              <a:t>Time zone handling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📊 </a:t>
            </a:r>
            <a:r>
              <a:rPr lang="en-SG"/>
              <a:t>    </a:t>
            </a:r>
            <a:r>
              <a:t>Large dataset performance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🐛 </a:t>
            </a:r>
            <a:r>
              <a:rPr lang="en-SG"/>
              <a:t>    </a:t>
            </a:r>
            <a:r>
              <a:t>Missing data handling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0020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99FF"/>
                </a:solidFill>
              </a:defRPr>
            </a:pPr>
            <a:r>
              <a:t>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98060" y="2148840"/>
            <a:ext cx="3888105" cy="20351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⚡ </a:t>
            </a:r>
            <a:r>
              <a:rPr lang="en-SG"/>
              <a:t>   </a:t>
            </a:r>
            <a:r>
              <a:t>Implemented request delays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🕐 </a:t>
            </a:r>
            <a:r>
              <a:rPr lang="en-SG"/>
              <a:t>    </a:t>
            </a:r>
            <a:r>
              <a:t>SQLite date functions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📈 </a:t>
            </a:r>
            <a:r>
              <a:rPr lang="en-SG"/>
              <a:t>    </a:t>
            </a:r>
            <a:r>
              <a:t>Query optimization &amp; indexing</a:t>
            </a:r>
          </a:p>
          <a:p>
            <a:pPr>
              <a:lnSpc>
                <a:spcPct val="12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E1E1E"/>
                </a:solidFill>
              </a:defRPr>
            </a:pPr>
            <a:r>
              <a:t>✅ </a:t>
            </a:r>
            <a:r>
              <a:rPr lang="en-SG"/>
              <a:t>    </a:t>
            </a:r>
            <a:r>
              <a:t>COALESCE &amp; NULLIF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9144000" cy="100584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0099FF"/>
                </a:solidFill>
              </a:defRPr>
            </a:pPr>
            <a:r>
              <a:t>Future Enhancements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7680960" cy="26200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🌍 </a:t>
            </a:r>
            <a:r>
              <a:rPr lang="en-SG"/>
              <a:t>     </a:t>
            </a:r>
            <a:r>
              <a:t>Expand to international airports beyond India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📱 </a:t>
            </a:r>
            <a:r>
              <a:rPr lang="en-SG"/>
              <a:t>     </a:t>
            </a:r>
            <a:r>
              <a:t>Add mobile-responsive design improvements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🤖 </a:t>
            </a:r>
            <a:r>
              <a:rPr lang="en-SG"/>
              <a:t>     </a:t>
            </a:r>
            <a:r>
              <a:t>Implement ML-based delay prediction models</a:t>
            </a:r>
          </a:p>
          <a:p>
            <a:pPr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defRPr sz="2200">
                <a:solidFill>
                  <a:srgbClr val="1E1E1E"/>
                </a:solidFill>
              </a:defRPr>
            </a:pPr>
            <a:r>
              <a:t>📧 </a:t>
            </a:r>
            <a:r>
              <a:rPr lang="en-SG"/>
              <a:t>     </a:t>
            </a:r>
            <a:r>
              <a:t>Email notifications for flight updates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0099FF"/>
          </a:solidFill>
          <a:ln>
            <a:solidFill>
              <a:srgbClr val="00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200" b="1">
                <a:solidFill>
                  <a:srgbClr val="0099FF"/>
                </a:solidFill>
              </a:defRPr>
            </a:pPr>
            <a: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8229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5482</Words>
  <Application>WPS Presentation</Application>
  <PresentationFormat>On-screen Show (4:3)</PresentationFormat>
  <Paragraphs>166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User</cp:lastModifiedBy>
  <cp:revision>4</cp:revision>
  <dcterms:created xsi:type="dcterms:W3CDTF">2013-01-27T09:14:00Z</dcterms:created>
  <dcterms:modified xsi:type="dcterms:W3CDTF">2026-09-01T13:13:32Z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B17E9D5E37104C61A62785F75504BE8A_12</vt:lpwstr>
  </property>
</Properties>
</file>